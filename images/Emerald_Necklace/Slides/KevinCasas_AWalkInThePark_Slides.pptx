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4"/>
  </p:normalViewPr>
  <p:slideViewPr>
    <p:cSldViewPr snapToGrid="0" snapToObjects="1">
      <p:cViewPr varScale="1">
        <p:scale>
          <a:sx n="145" d="100"/>
          <a:sy n="145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Shape 13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Shape 1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4350278" y="2855377"/>
            <a:ext cx="443588" cy="105632"/>
            <a:chOff x="4137525" y="2915950"/>
            <a:chExt cx="869100" cy="207000"/>
          </a:xfrm>
        </p:grpSpPr>
        <p:sp>
          <p:nvSpPr>
            <p:cNvPr id="11" name="Shape 11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Shape 42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ubTitle" idx="1"/>
          </p:nvPr>
        </p:nvSpPr>
        <p:spPr>
          <a:xfrm>
            <a:off x="265500" y="2845200"/>
            <a:ext cx="4045200" cy="1345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 lang="en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Average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  <a:endParaRPr lang="en"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A Walk in the Park</a:t>
            </a:r>
          </a:p>
        </p:txBody>
      </p:sp>
      <p:sp>
        <p:nvSpPr>
          <p:cNvPr id="60" name="Shape 60"/>
          <p:cNvSpPr txBox="1">
            <a:spLocks noGrp="1"/>
          </p:cNvSpPr>
          <p:nvPr>
            <p:ph type="subTitle" idx="1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>
                <a:solidFill>
                  <a:srgbClr val="FFFFFF"/>
                </a:solidFill>
                <a:latin typeface="Avenir LT Std 55 Roman" charset="0"/>
                <a:ea typeface="Avenir LT Std 55 Roman" charset="0"/>
                <a:cs typeface="Avenir LT Std 55 Roman" charset="0"/>
              </a:rPr>
              <a:t>Created by Kevin Casas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Research and Observations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Initial Research</a:t>
            </a:r>
          </a:p>
        </p:txBody>
      </p:sp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 dirty="0">
                <a:solidFill>
                  <a:srgbClr val="FFFFFF"/>
                </a:solidFill>
                <a:latin typeface="Garamond Premier Pro Display" charset="0"/>
                <a:ea typeface="Garamond Premier Pro Display" charset="0"/>
                <a:cs typeface="Garamond Premier Pro Display" charset="0"/>
              </a:rPr>
              <a:t>1. Benches </a:t>
            </a:r>
          </a:p>
          <a:p>
            <a:pPr marL="457200" lvl="0" indent="-31750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Benches are very low to the ground, dirty</a:t>
            </a:r>
          </a:p>
          <a:p>
            <a:pPr marL="457200" lvl="0" indent="-31750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No benches on the crossing path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" sz="1600" dirty="0">
                <a:solidFill>
                  <a:srgbClr val="FFFFFF"/>
                </a:solidFill>
                <a:latin typeface="Garamond Premier Pro Display" charset="0"/>
                <a:ea typeface="Garamond Premier Pro Display" charset="0"/>
                <a:cs typeface="Garamond Premier Pro Display" charset="0"/>
              </a:rPr>
              <a:t>2. User Retention </a:t>
            </a:r>
          </a:p>
          <a:p>
            <a:pPr marL="457200" lvl="0" indent="-31750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mostly walk straight through the park</a:t>
            </a:r>
          </a:p>
          <a:p>
            <a:pPr marL="457200" lvl="0" indent="-31750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SzPct val="100000"/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usually don’t stick around to explore the park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" sz="1600" dirty="0">
                <a:solidFill>
                  <a:srgbClr val="FFFFFF"/>
                </a:solidFill>
                <a:latin typeface="Garamond Premier Pro Display" charset="0"/>
                <a:ea typeface="Garamond Premier Pro Display" charset="0"/>
                <a:cs typeface="Garamond Premier Pro Display" charset="0"/>
              </a:rPr>
              <a:t>3. Security</a:t>
            </a:r>
          </a:p>
          <a:p>
            <a:pPr marL="457200" lvl="0" indent="-317500">
              <a:spcBef>
                <a:spcPts val="0"/>
              </a:spcBef>
              <a:buClr>
                <a:srgbClr val="FFFFFF"/>
              </a:buClr>
              <a:buSzPct val="100000"/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think about the Back Bay Fens in a negative light</a:t>
            </a:r>
          </a:p>
          <a:p>
            <a:pPr lvl="0">
              <a:spcBef>
                <a:spcPts val="0"/>
              </a:spcBef>
              <a:buNone/>
            </a:pPr>
            <a:endParaRPr sz="14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lvl="0">
              <a:spcBef>
                <a:spcPts val="0"/>
              </a:spcBef>
              <a:buNone/>
            </a:pP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Common Answers in </a:t>
            </a:r>
            <a:r>
              <a:rPr lang="en" b="1" dirty="0" err="1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INterviews</a:t>
            </a:r>
            <a:endParaRPr lang="en" b="1" dirty="0">
              <a:latin typeface="Avenir LT Std 55 Roman" charset="0"/>
              <a:ea typeface="Avenir LT Std 55 Roman" charset="0"/>
              <a:cs typeface="Avenir LT Std 55 Roman" charset="0"/>
              <a:sym typeface="Ek Mukta"/>
            </a:endParaRPr>
          </a:p>
        </p:txBody>
      </p:sp>
      <p:pic>
        <p:nvPicPr>
          <p:cNvPr id="77" name="Shape 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825" y="1444425"/>
            <a:ext cx="7170350" cy="31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Further Observations &amp; </a:t>
            </a:r>
            <a:r>
              <a:rPr lang="en" b="1" dirty="0" smtClean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Conclusion</a:t>
            </a:r>
            <a:endParaRPr lang="en" b="1" dirty="0">
              <a:latin typeface="Avenir LT Std 55 Roman" charset="0"/>
              <a:ea typeface="Avenir LT Std 55 Roman" charset="0"/>
              <a:cs typeface="Avenir LT Std 55 Roman" charset="0"/>
              <a:sym typeface="Ek Mukta"/>
            </a:endParaRPr>
          </a:p>
        </p:txBody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4813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" sz="1600" dirty="0">
                <a:solidFill>
                  <a:srgbClr val="FFFFFF"/>
                </a:solidFill>
                <a:latin typeface="Garamond Premier Pro Display" charset="0"/>
                <a:ea typeface="Garamond Premier Pro Display" charset="0"/>
                <a:cs typeface="Garamond Premier Pro Display" charset="0"/>
              </a:rPr>
              <a:t>Playground &amp; Victory Gardens</a:t>
            </a:r>
          </a:p>
          <a:p>
            <a:pPr marL="457200" indent="-317500"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No signs pointing to any locations in the park</a:t>
            </a:r>
          </a:p>
          <a:p>
            <a:pPr marL="457200" indent="-317500"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Playground located in isolated location</a:t>
            </a:r>
          </a:p>
          <a:p>
            <a:pPr marL="457200" indent="-317500"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Victory Gardens also set apart from everything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" sz="1600" dirty="0">
                <a:solidFill>
                  <a:srgbClr val="FFFFFF"/>
                </a:solidFill>
                <a:latin typeface="Garamond Premier Pro Display" charset="0"/>
                <a:ea typeface="Garamond Premier Pro Display" charset="0"/>
                <a:cs typeface="Garamond Premier Pro Display" charset="0"/>
              </a:rPr>
              <a:t>Conclusion</a:t>
            </a:r>
          </a:p>
          <a:p>
            <a:pPr marL="457200" indent="-317500"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use the park mostly for a passage to locations other than the park (</a:t>
            </a:r>
            <a:r>
              <a:rPr lang="en" sz="1400" dirty="0" err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eg</a:t>
            </a: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. Target, Fenway Park)</a:t>
            </a:r>
          </a:p>
          <a:p>
            <a:pPr marL="457200" indent="-317500"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sz="1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usually don’t stick around to explore the park</a:t>
            </a:r>
          </a:p>
          <a:p>
            <a:pPr lvl="0" rtl="0">
              <a:spcBef>
                <a:spcPts val="0"/>
              </a:spcBef>
              <a:buNone/>
            </a:pPr>
            <a:endParaRPr sz="14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endParaRPr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Starting Initial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Wayfinding Station</a:t>
            </a:r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311700" y="1205725"/>
            <a:ext cx="33729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Located at the entrances of every park in the Emerald Necklace</a:t>
            </a:r>
          </a:p>
          <a:p>
            <a:pPr marL="514350" lvl="0" indent="-28575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Creating a simplified view of the Emerald Necklace Park System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Showing information that is relevant to the user</a:t>
            </a:r>
          </a:p>
          <a:p>
            <a:pPr marL="514350" lvl="0" indent="-28575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Resistive touch-screen allows for use with any press, including gloved hands in the winter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user can plot a destination and a path, and an RFID Tag will be distributed to the user</a:t>
            </a:r>
          </a:p>
          <a:p>
            <a:pPr lvl="0" rtl="0">
              <a:spcBef>
                <a:spcPts val="0"/>
              </a:spcBef>
              <a:buNone/>
            </a:pPr>
            <a:endParaRPr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Shape 95"/>
          <p:cNvSpPr/>
          <p:nvPr/>
        </p:nvSpPr>
        <p:spPr>
          <a:xfrm>
            <a:off x="4036591" y="1378775"/>
            <a:ext cx="4576200" cy="3002400"/>
          </a:xfrm>
          <a:prstGeom prst="rect">
            <a:avLst/>
          </a:prstGeom>
          <a:solidFill>
            <a:srgbClr val="757575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96" name="Shape 96"/>
          <p:cNvGrpSpPr/>
          <p:nvPr/>
        </p:nvGrpSpPr>
        <p:grpSpPr>
          <a:xfrm>
            <a:off x="4214313" y="1633174"/>
            <a:ext cx="4271499" cy="2484199"/>
            <a:chOff x="4118471" y="1633174"/>
            <a:chExt cx="4271499" cy="2484199"/>
          </a:xfrm>
        </p:grpSpPr>
        <p:pic>
          <p:nvPicPr>
            <p:cNvPr id="97" name="Shape 97" descr="BackBayFen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18471" y="1633174"/>
              <a:ext cx="4271499" cy="2484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Shape 98"/>
            <p:cNvSpPr/>
            <p:nvPr/>
          </p:nvSpPr>
          <p:spPr>
            <a:xfrm>
              <a:off x="5211004" y="2299147"/>
              <a:ext cx="123300" cy="123300"/>
            </a:xfrm>
            <a:prstGeom prst="ellipse">
              <a:avLst/>
            </a:prstGeom>
            <a:solidFill>
              <a:srgbClr val="EC008B"/>
            </a:solidFill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5519836" y="3214665"/>
              <a:ext cx="123300" cy="123300"/>
            </a:xfrm>
            <a:prstGeom prst="ellipse">
              <a:avLst/>
            </a:prstGeom>
            <a:solidFill>
              <a:srgbClr val="EC008B"/>
            </a:solidFill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5453516" y="2730242"/>
              <a:ext cx="123300" cy="123300"/>
            </a:xfrm>
            <a:prstGeom prst="ellipse">
              <a:avLst/>
            </a:prstGeom>
            <a:solidFill>
              <a:srgbClr val="EC008B"/>
            </a:solidFill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7947635" y="3627259"/>
              <a:ext cx="123300" cy="123300"/>
            </a:xfrm>
            <a:prstGeom prst="ellipse">
              <a:avLst/>
            </a:prstGeom>
            <a:solidFill>
              <a:srgbClr val="EC008B"/>
            </a:solidFill>
            <a:ln w="9525" cap="flat" cmpd="sng">
              <a:solidFill>
                <a:srgbClr val="4BA173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RFID </a:t>
            </a:r>
            <a:r>
              <a:rPr lang="en" b="1" dirty="0" smtClean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Tags</a:t>
            </a:r>
            <a:endParaRPr lang="en" b="1" dirty="0">
              <a:latin typeface="Avenir LT Std 55 Roman" charset="0"/>
              <a:ea typeface="Avenir LT Std 55 Roman" charset="0"/>
              <a:cs typeface="Avenir LT Std 55 Roman" charset="0"/>
              <a:sym typeface="Ek Mukta"/>
            </a:endParaRPr>
          </a:p>
        </p:txBody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311700" y="1205725"/>
            <a:ext cx="33729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Disposable tickets are embedded with the path and destination the user chose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ticket will also be able to send data through the various markers along the path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This data can then be used to show information on the UI at the wayfinding stations, showing popular spots in the park or where an event is taking place</a:t>
            </a:r>
          </a:p>
        </p:txBody>
      </p:sp>
      <p:pic>
        <p:nvPicPr>
          <p:cNvPr id="108" name="Shape 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225" y="1017725"/>
            <a:ext cx="428625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Guidance </a:t>
            </a:r>
            <a:r>
              <a:rPr lang="en" b="1" dirty="0" smtClean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System</a:t>
            </a:r>
            <a:endParaRPr lang="en" b="1" dirty="0">
              <a:latin typeface="Avenir LT Std 55 Roman" charset="0"/>
              <a:ea typeface="Avenir LT Std 55 Roman" charset="0"/>
              <a:cs typeface="Avenir LT Std 55 Roman" charset="0"/>
              <a:sym typeface="Ek Mukta"/>
            </a:endParaRPr>
          </a:p>
        </p:txBody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311700" y="1205725"/>
            <a:ext cx="33729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 companion that is guiding you to where you want to go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Clr>
                <a:srgbClr val="FFFFFF"/>
              </a:buClr>
              <a:buFont typeface="Arial" charset="0"/>
              <a:buChar char="•"/>
            </a:pPr>
            <a:r>
              <a:rPr lang="en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Takes away the need of having your phone out to navigate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Screens attached to light posts will activate once you get close enough with your RFID ticket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screen shows an arrow that points in the direction of your destination</a:t>
            </a:r>
          </a:p>
          <a:p>
            <a:pPr marL="514350" lvl="0" indent="-285750" rtl="0">
              <a:spcBef>
                <a:spcPts val="0"/>
              </a:spcBef>
              <a:spcAft>
                <a:spcPts val="600"/>
              </a:spcAft>
              <a:buFont typeface="Arial" charset="0"/>
              <a:buChar char="•"/>
            </a:pPr>
            <a:r>
              <a:rPr lang="en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You can stop or pause your walk at any time by tapping your ticket against a screen</a:t>
            </a:r>
          </a:p>
        </p:txBody>
      </p:sp>
      <p:pic>
        <p:nvPicPr>
          <p:cNvPr id="115" name="Shape 115"/>
          <p:cNvPicPr preferRelativeResize="0"/>
          <p:nvPr/>
        </p:nvPicPr>
        <p:blipFill rotWithShape="1">
          <a:blip r:embed="rId3">
            <a:alphaModFix/>
          </a:blip>
          <a:srcRect l="11942" r="6036"/>
          <a:stretch/>
        </p:blipFill>
        <p:spPr>
          <a:xfrm>
            <a:off x="4115688" y="1661250"/>
            <a:ext cx="4488752" cy="209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Final Designs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RFID Ticket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31" name="Shape 131" descr="XD1_FinalProject-08.png"/>
          <p:cNvPicPr preferRelativeResize="0"/>
          <p:nvPr/>
        </p:nvPicPr>
        <p:blipFill rotWithShape="1">
          <a:blip r:embed="rId3">
            <a:alphaModFix/>
          </a:blip>
          <a:srcRect l="-4716" t="-2388" r="-4716" b="-1453"/>
          <a:stretch/>
        </p:blipFill>
        <p:spPr>
          <a:xfrm>
            <a:off x="3035575" y="223625"/>
            <a:ext cx="3072848" cy="4802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Wayfinding Interface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95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Shape 141" descr="XD1_FinalProject-1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95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72" y="0"/>
            <a:ext cx="7949050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595B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Shape 151" descr="XD1_FinalProject-1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52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“A Walk in the Park” Experience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Shape 161" descr="XD1_FinalProject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Shape 166" descr="XD1_FinalProject-0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Shape 171" descr="XD1_FinalProject-0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Shape 176" descr="XD1_FinalProject-0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Shape 181" descr="XD1_FinalProject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Shape 186" descr="XD1_FinalProject-0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Shape 191" descr="XD1_FinalProject-0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472" y="0"/>
            <a:ext cx="7949051" cy="514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671250" y="1566200"/>
            <a:ext cx="7852200" cy="861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>
              <a:spcBef>
                <a:spcPts val="0"/>
              </a:spcBef>
              <a:buNone/>
            </a:pPr>
            <a:r>
              <a:rPr lang="en" sz="4800" b="1" dirty="0">
                <a:latin typeface="Avenir LT Std 55 Roman" charset="0"/>
                <a:ea typeface="Avenir LT Std 55 Roman" charset="0"/>
                <a:cs typeface="Avenir LT Std 55 Roman" charset="0"/>
                <a:sym typeface="Ek Mukta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347</Words>
  <Application>Microsoft Macintosh PowerPoint</Application>
  <PresentationFormat>On-screen Show (16:9)</PresentationFormat>
  <Paragraphs>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Avenir LT Std 55 Roman</vt:lpstr>
      <vt:lpstr>Average</vt:lpstr>
      <vt:lpstr>Ek Mukta</vt:lpstr>
      <vt:lpstr>Garamond Premier Pro Display</vt:lpstr>
      <vt:lpstr>Oswald</vt:lpstr>
      <vt:lpstr>Proxima Nova</vt:lpstr>
      <vt:lpstr>slate</vt:lpstr>
      <vt:lpstr>A Walk in the Park</vt:lpstr>
      <vt:lpstr>Research and Observations</vt:lpstr>
      <vt:lpstr>Initial Research</vt:lpstr>
      <vt:lpstr>Common Answers in INterviews</vt:lpstr>
      <vt:lpstr>Further Observations &amp; Conclusion</vt:lpstr>
      <vt:lpstr>Starting Initial Design</vt:lpstr>
      <vt:lpstr>Wayfinding Station</vt:lpstr>
      <vt:lpstr>RFID Tags</vt:lpstr>
      <vt:lpstr>Guidance System</vt:lpstr>
      <vt:lpstr>Final Designs</vt:lpstr>
      <vt:lpstr>RFID Ticket</vt:lpstr>
      <vt:lpstr>PowerPoint Presentation</vt:lpstr>
      <vt:lpstr>Wayfinding Interface</vt:lpstr>
      <vt:lpstr>PowerPoint Presentation</vt:lpstr>
      <vt:lpstr>PowerPoint Presentation</vt:lpstr>
      <vt:lpstr>PowerPoint Presentation</vt:lpstr>
      <vt:lpstr>“A Walk in the Park”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15.0028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Walk in the Park</dc:title>
  <cp:lastModifiedBy>Kevin Joseph Casas</cp:lastModifiedBy>
  <cp:revision>3</cp:revision>
  <dcterms:modified xsi:type="dcterms:W3CDTF">2016-12-09T15:13:14Z</dcterms:modified>
</cp:coreProperties>
</file>